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ebm" ContentType="video/webm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</p:sldIdLst>
  <p:sldSz cx="9144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0A9A5B-BAB5-48B5-A7EE-D285D5B3BDB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CF0FB-9828-4C29-9120-90FC3E21983C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BE2D9A-4F45-4B58-84B8-0F9A40BB5F3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653E0C-B455-4AF8-A82A-F86895ECCBE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54A4C-CD36-4B76-9C58-DE4B8190AE9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6156AB-4F8D-4B47-8089-6398963C2CE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0EDD77-AFD9-4F0E-B7DD-D299B55DB7E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CFDE91-11DA-4964-897D-E43CFF7F8DF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E0B88-446A-44EA-8C17-018AAF81064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169E0-0B48-4756-86B7-5EC53B65A14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00FDF7-63D0-493A-B1B2-414B73B72420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9169D0-7591-48AB-B0C1-FE7D644F109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6E7056-50CF-4185-921B-6C012B98A1D2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AC0C7E-2F1D-4716-983B-7B4994AB361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2894A0-E24D-49EA-B8C5-2B06B8B1A9E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6E29D-7F43-43CE-9A06-7AB2FD8C0FD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CF1965-0D22-4310-996A-948F949B59C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0E51FB-4E8E-42B2-8EBC-0DA8D3F2B05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ECCCB-A8BE-4B57-8FD2-0852933EB56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6311C-073B-451A-A90E-C822E169571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FDFAB9-5407-442E-9A1C-F62A5ECA761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CB134-007B-47E4-AF18-793B5DFE578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753B7-2A07-4AA2-A72D-C57B6F95B215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826E66-6D1B-4241-870B-4DAC3D441C02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A0D3E1-7C82-4645-95D9-67FAE55587A3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4126B17-8E9A-4D0D-BA6A-7490571494E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5BB525-08F4-4A8C-80FD-D9572EAA55A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23EF48A-A08E-4CAF-ADD0-88BC93BDEA51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72D221-FF74-4A91-92AE-391EF127F4E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IN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5E70E9-B366-47D1-9120-A46541407E72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7E255AE-B98C-442E-97F3-845B9E79C5A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3E66F0D-D053-4327-88FB-B4781143ACE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864F22-3657-486F-BD5F-A4062A1B2CE8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627485D-DE9C-45A4-8699-ED20F11BC19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F5357F0-7356-499A-9F6B-7CA2348F6DFF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6233CDA-28E3-4475-9BBD-398118F3C4E5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l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i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c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k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o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e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i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M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a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s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e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r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i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l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e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s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t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y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l</a:t>
            </a: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  <a:t> </a:t>
            </a:r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 panose="02020603050405020304"/>
              </a:rPr>
              <a:t> </a:t>
            </a:r>
            <a:endParaRPr lang="en-IN" sz="1400" b="0" strike="noStrike" spc="-1"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61324A-F584-47F4-AB0E-B95DE8853AA2}" type="slidenum"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 panose="020F050202020403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86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 panose="020F0502020204030204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  <a:t>&lt;date/time&gt;</a:t>
            </a:r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 panose="02020603050405020304"/>
              </a:rPr>
              <a:t>&lt;footer&gt;</a:t>
            </a:r>
            <a:endParaRPr lang="en-IN" sz="1400" b="0" strike="noStrike" spc="-1">
              <a:latin typeface="Times New Roman" panose="02020603050405020304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9B3748-99BE-4285-A0D7-EC47B370985E}" type="slidenum"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  <a:t>&lt;date/time&gt;</a:t>
            </a:r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 panose="02020603050405020304"/>
              </a:rPr>
              <a:t>&lt;footer&gt;</a:t>
            </a:r>
            <a:endParaRPr lang="en-IN" sz="1400" b="0" strike="noStrike" spc="-1">
              <a:latin typeface="Times New Roman" panose="02020603050405020304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 panose="020F0502020204030204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D95466-D373-40E2-94C4-026061178365}" type="slidenum">
              <a:rPr lang="en-US" sz="1200" b="0" strike="noStrike" spc="-1">
                <a:solidFill>
                  <a:srgbClr val="8B8B8B"/>
                </a:solidFill>
                <a:latin typeface="Calibri" panose="020F0502020204030204"/>
              </a:rPr>
            </a:fld>
            <a:endParaRPr lang="en-IN" sz="1200" b="0" strike="noStrike" spc="-1">
              <a:latin typeface="Times New Roman" panose="02020603050405020304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Click to edit the outline text format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 panose="020F0502020204030204"/>
              </a:rPr>
              <a:t>Second Outline Level</a:t>
            </a:r>
            <a:endParaRPr lang="en-US" sz="24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Third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Fourth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 panose="020F050202020403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microsoft.com/office/2007/relationships/media" Target="../media/media1.webm"/><Relationship Id="rId1" Type="http://schemas.openxmlformats.org/officeDocument/2006/relationships/video" Target="../media/media1.webm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Medical Web Platform Presentation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640"/>
              </a:spcBef>
              <a:buNone/>
              <a:tabLst>
                <a:tab pos="0" algn="l"/>
              </a:tabLst>
            </a:pPr>
            <a:r>
              <a:rPr lang="en-IN" sz="3200" b="0" strike="noStrike" spc="-1">
                <a:solidFill>
                  <a:srgbClr val="8B8B8B"/>
                </a:solidFill>
                <a:latin typeface="Calibri" panose="020F0502020204030204"/>
              </a:rPr>
              <a:t>Appointments | Medicine Store | Hospital Locator | Cognitive Tests</a:t>
            </a:r>
            <a:endParaRPr lang="en-IN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Problem Statement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Patients face difficulty accessing healthcare services efficiently.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- Booking appointments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- Finding hospitals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- Buying medicines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- Monitoring cognitive health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A unified platform is needed to simplify and centralize these services.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System Flow Diagram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2648880" y="1371600"/>
            <a:ext cx="3844800" cy="222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User → </a:t>
            </a:r>
            <a:endParaRPr lang="en-IN" sz="2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Frontend (HTML) →</a:t>
            </a:r>
            <a:endParaRPr lang="en-IN" sz="2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Backend (Python) → </a:t>
            </a:r>
            <a:endParaRPr lang="en-IN" sz="2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Database → </a:t>
            </a:r>
            <a:endParaRPr lang="en-IN" sz="2800" b="0" strike="noStrike" spc="-1">
              <a:latin typeface="Arial" panose="020B0604020202020204"/>
            </a:endParaRPr>
          </a:p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Calibri" panose="020F0502020204030204"/>
              </a:rPr>
              <a:t>Response to User</a:t>
            </a:r>
            <a:endParaRPr lang="en-IN" sz="2800" b="0" strike="noStrike" spc="-1">
              <a:latin typeface="Arial" panose="020B0604020202020204"/>
            </a:endParaRPr>
          </a:p>
        </p:txBody>
      </p:sp>
      <p:pic>
        <p:nvPicPr>
          <p:cNvPr id="129" name="Picture 128"/>
          <p:cNvPicPr/>
          <p:nvPr/>
        </p:nvPicPr>
        <p:blipFill>
          <a:blip r:embed="rId1"/>
          <a:stretch>
            <a:fillRect/>
          </a:stretch>
        </p:blipFill>
        <p:spPr>
          <a:xfrm>
            <a:off x="1234440" y="1377360"/>
            <a:ext cx="6789960" cy="4022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Key Features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• </a:t>
            </a: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Book medical appointments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• </a:t>
            </a: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Buy medicines online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• </a:t>
            </a: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Locate nearby hospitals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• </a:t>
            </a: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Perform cognitive tests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• </a:t>
            </a: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Secure login and responsive UI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Live Demo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Demonstration Steps: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1. Appointment booking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2. Medicine store navigation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3. Hospital locator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4. Cognitive test example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creencast from 28-11-25 01_39_12 PM IST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787400"/>
            <a:ext cx="9144000" cy="528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 panose="020F0502020204030204"/>
              </a:rPr>
              <a:t>Conclusion</a:t>
            </a:r>
            <a:endParaRPr lang="en-US" sz="44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Our platform streamlines healthcare access by integrating multiple services.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Designed for simplicity, speed, and user convenience.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 panose="020F0502020204030204"/>
              </a:rPr>
              <a:t>Thank you!</a:t>
            </a:r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WPS Presentation</Application>
  <PresentationFormat/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Times New Roman</vt:lpstr>
      <vt:lpstr>Symbol</vt:lpstr>
      <vt:lpstr>Arial</vt:lpstr>
      <vt:lpstr>Microsoft YaHei</vt:lpstr>
      <vt:lpstr>Arial Unicode MS</vt:lpstr>
      <vt:lpstr>DejaVu Sans</vt:lpstr>
      <vt:lpstr>Calibri</vt:lpstr>
      <vt:lpstr>Office Theme</vt:lpstr>
      <vt:lpstr>Office Theme</vt:lpstr>
      <vt:lpstr>Office Theme</vt:lpstr>
      <vt:lpstr>Medical Web Platform Presentation</vt:lpstr>
      <vt:lpstr>Problem Statement</vt:lpstr>
      <vt:lpstr>System Flow Diagram</vt:lpstr>
      <vt:lpstr>Key Features</vt:lpstr>
      <vt:lpstr>Live Demo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Vatsal Kumar</cp:lastModifiedBy>
  <cp:revision>4</cp:revision>
  <dcterms:created xsi:type="dcterms:W3CDTF">2013-01-27T09:14:00Z</dcterms:created>
  <dcterms:modified xsi:type="dcterms:W3CDTF">2025-11-28T08:17:41Z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49BA16BD9FC048D89301061B9226C2F8_13</vt:lpwstr>
  </property>
  <property fmtid="{D5CDD505-2E9C-101B-9397-08002B2CF9AE}" pid="4" name="KSOProductBuildVer">
    <vt:lpwstr>1033-12.2.0.23155</vt:lpwstr>
  </property>
</Properties>
</file>